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7" r:id="rId5"/>
    <p:sldId id="271" r:id="rId6"/>
    <p:sldId id="268" r:id="rId7"/>
    <p:sldId id="267" r:id="rId8"/>
    <p:sldId id="269" r:id="rId9"/>
    <p:sldId id="270" r:id="rId10"/>
    <p:sldId id="259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0" d="100"/>
          <a:sy n="80" d="100"/>
        </p:scale>
        <p:origin x="62" y="25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1/31/2025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1/31/2025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dirty="0"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dirty="0"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1/31/2025</a:t>
            </a:fld>
            <a:endParaRPr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1/31/2025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1/31/2025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1/31/2025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1/31/2025</a:t>
            </a:fld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1/31/2025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1/31/2025</a:t>
            </a:fld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1/31/2025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1/31/2025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1/31/2025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1/31/2025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1/31/2025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Cloudinary :Revolutionizing Media Management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C0149F-3941-0DFB-0CAC-44451ABFB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1400"/>
            <a:ext cx="12188825" cy="685621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43556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What is Cloudinary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cloud-based platform for managing, optimizing, and delivering media assets like images and videos. </a:t>
            </a:r>
          </a:p>
          <a:p>
            <a:pPr>
              <a:lnSpc>
                <a:spcPct val="150000"/>
              </a:lnSpc>
            </a:pPr>
            <a:r>
              <a:rPr lang="en-US" dirty="0"/>
              <a:t>Simplifies tasks like storage, transformation, optimization, and delivery via powerful APIs.</a:t>
            </a:r>
          </a:p>
          <a:p>
            <a:pPr>
              <a:lnSpc>
                <a:spcPct val="150000"/>
              </a:lnSpc>
            </a:pPr>
            <a:r>
              <a:rPr lang="en-US" dirty="0"/>
              <a:t> Trusted by developers, marketers, and designers to enhance digital experiences.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0738A-9AA8-943D-255A-723674FA8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Centralized Media Library</a:t>
            </a:r>
          </a:p>
          <a:p>
            <a:pPr lvl="1"/>
            <a:r>
              <a:rPr lang="en-US" dirty="0"/>
              <a:t>  Organize media files efficiently with folders, tags, and metadata. </a:t>
            </a:r>
          </a:p>
          <a:p>
            <a:pPr lvl="1"/>
            <a:r>
              <a:rPr lang="en-US" dirty="0"/>
              <a:t>  Access media from anywhere via a cloud-based dashboard. </a:t>
            </a:r>
          </a:p>
          <a:p>
            <a:r>
              <a:rPr lang="en-IN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Dynamic Media Transformation</a:t>
            </a:r>
          </a:p>
          <a:p>
            <a:pPr lvl="1"/>
            <a:r>
              <a:rPr lang="en-US" dirty="0"/>
              <a:t>Resize, crop, and apply effects dynamically using URL-based transformations.</a:t>
            </a:r>
          </a:p>
          <a:p>
            <a:pPr lvl="1"/>
            <a:r>
              <a:rPr lang="en-US" dirty="0"/>
              <a:t>Supports artistic enhancements like overlays and watermarks. </a:t>
            </a:r>
          </a:p>
          <a:p>
            <a:r>
              <a:rPr lang="en-IN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Image and Video Optimization</a:t>
            </a:r>
          </a:p>
          <a:p>
            <a:pPr lvl="1"/>
            <a:r>
              <a:rPr lang="en-US" dirty="0"/>
              <a:t>Compress and optimize files automatically for faster load times. </a:t>
            </a:r>
          </a:p>
          <a:p>
            <a:pPr lvl="1"/>
            <a:r>
              <a:rPr lang="en-US" dirty="0"/>
              <a:t>Adaptive streaming ensures smooth video playback across devices.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10420145" cy="4465320"/>
          </a:xfrm>
        </p:spPr>
        <p:txBody>
          <a:bodyPr/>
          <a:lstStyle/>
          <a:p>
            <a:r>
              <a:rPr lang="en-US" b="1" dirty="0"/>
              <a:t>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Content Delivery Network (CDN)</a:t>
            </a:r>
          </a:p>
          <a:p>
            <a:pPr lvl="1"/>
            <a:r>
              <a:rPr lang="en-US" b="1" dirty="0"/>
              <a:t> </a:t>
            </a:r>
            <a:r>
              <a:rPr lang="en-US" dirty="0"/>
              <a:t>Global distribution for faster delivery. </a:t>
            </a:r>
          </a:p>
          <a:p>
            <a:pPr lvl="1"/>
            <a:r>
              <a:rPr lang="en-US" dirty="0"/>
              <a:t>Reduces latency and improves user experience. </a:t>
            </a:r>
          </a:p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AI-Powered Tools :</a:t>
            </a:r>
          </a:p>
          <a:p>
            <a:pPr lvl="1"/>
            <a:r>
              <a:rPr lang="en-US" dirty="0"/>
              <a:t>Auto-tagging, facial recognition, and object detection.   </a:t>
            </a:r>
          </a:p>
          <a:p>
            <a:pPr lvl="1"/>
            <a:r>
              <a:rPr lang="en-US" dirty="0"/>
              <a:t>Smart cropping and background removal for advanced workflows. </a:t>
            </a:r>
          </a:p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Seamless Integration:</a:t>
            </a:r>
          </a:p>
          <a:p>
            <a:pPr lvl="1"/>
            <a:r>
              <a:rPr lang="en-US" dirty="0"/>
              <a:t> Supports programming languages like JavaScript, Python, PHP, etc. </a:t>
            </a:r>
          </a:p>
          <a:p>
            <a:pPr lvl="1"/>
            <a:r>
              <a:rPr lang="en-US" dirty="0"/>
              <a:t> Plugins for WordPress, Shopify, and other CMS platforms. </a:t>
            </a:r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How Cloudinary Works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10780185" cy="50344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Upload :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r>
              <a:rPr lang="en-US" dirty="0"/>
              <a:t> Media assets are uploaded via APIs, SDKs, or the Cloudinary dashboard.  </a:t>
            </a:r>
          </a:p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Transform:</a:t>
            </a:r>
          </a:p>
          <a:p>
            <a:pPr lvl="1"/>
            <a:r>
              <a:rPr lang="en-US" dirty="0"/>
              <a:t>Transform images and videos dynamically for specific use cases (e.g. thumbnails, banners). </a:t>
            </a:r>
          </a:p>
          <a:p>
            <a:r>
              <a:rPr lang="en-US" b="1" dirty="0"/>
              <a:t>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Optimize  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/>
              <a:t>Automatically compress assets to balance quality and performance. 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Deliver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Serve media through a fast and reliable global CDN.</a:t>
            </a:r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8B3DA0-53CA-2945-3E8C-1019BB93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868" y="188640"/>
            <a:ext cx="8938472" cy="122413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Cloudinary Common Use Cases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E9469082-6C11-209F-4887-FA32FAF694ED}"/>
              </a:ext>
            </a:extLst>
          </p:cNvPr>
          <p:cNvSpPr txBox="1">
            <a:spLocks/>
          </p:cNvSpPr>
          <p:nvPr/>
        </p:nvSpPr>
        <p:spPr>
          <a:xfrm>
            <a:off x="1197868" y="1700808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 anchor="t">
            <a:normAutofit fontScale="85000" lnSpcReduction="10000"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1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E-Commerce</a:t>
            </a:r>
            <a:r>
              <a:rPr lang="en-US" dirty="0">
                <a:solidFill>
                  <a:schemeClr val="tx1"/>
                </a:solidFill>
              </a:rPr>
              <a:t>: Improve product image quality and speed. </a:t>
            </a:r>
          </a:p>
          <a:p>
            <a:pPr marL="457200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Web Apps</a:t>
            </a:r>
            <a:r>
              <a:rPr lang="en-US" dirty="0">
                <a:solidFill>
                  <a:schemeClr val="tx1"/>
                </a:solidFill>
              </a:rPr>
              <a:t>: Deliver optimized assets for responsive designs.</a:t>
            </a:r>
          </a:p>
          <a:p>
            <a:pPr marL="457200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Social Media Platforms</a:t>
            </a:r>
            <a:r>
              <a:rPr lang="en-US" dirty="0">
                <a:solidFill>
                  <a:schemeClr val="tx1"/>
                </a:solidFill>
              </a:rPr>
              <a:t>: Handle user-generated content efficiently.</a:t>
            </a:r>
          </a:p>
          <a:p>
            <a:pPr marL="457200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Marketing Campaigns</a:t>
            </a:r>
            <a:r>
              <a:rPr lang="en-US" dirty="0">
                <a:solidFill>
                  <a:schemeClr val="tx1"/>
                </a:solidFill>
              </a:rPr>
              <a:t>: Create and manage media-rich campaigns.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21</TotalTime>
  <Words>310</Words>
  <Application>Microsoft Office PowerPoint</Application>
  <PresentationFormat>Custom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Tech 16x9</vt:lpstr>
      <vt:lpstr>Cloudinary :Revolutionizing Media Management</vt:lpstr>
      <vt:lpstr>PowerPoint Presentation</vt:lpstr>
      <vt:lpstr>What is Cloudinary?</vt:lpstr>
      <vt:lpstr>Key Features</vt:lpstr>
      <vt:lpstr>Key Features</vt:lpstr>
      <vt:lpstr> How Cloudinary Works ?</vt:lpstr>
      <vt:lpstr>Cloudinary Common Use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Puri</dc:creator>
  <cp:lastModifiedBy>Shubham Puri</cp:lastModifiedBy>
  <cp:revision>2</cp:revision>
  <dcterms:created xsi:type="dcterms:W3CDTF">2025-01-31T06:39:48Z</dcterms:created>
  <dcterms:modified xsi:type="dcterms:W3CDTF">2025-01-31T07:01:45Z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